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Sharper Histograms, Smarter Search:</a:t>
            </a:r>
            <a:br/>
            <a:r>
              <a:t>High-Capacity Reversible Hiding by Skewed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A reproduction of Fan, Lu, Li, Li, Zhou &amp; Pan (IEEE TMM, 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Plain histogram shifting has low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Sharper error histograms embed more per unit distortion.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Skewed predictors + DE push the trade-off further.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a large payload with minimal distortion.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Guarantee exact recovery of image and data.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Beat the capacity-PSNR trade-off of plain histogram shifting.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Existing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Ni 2006 histogram shifting: low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Thodi-Rodriguez PEE; Sachnev sorting+prediction.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This paper: a refined prediction/embedding strategy.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Predict pixels; build the prediction-error histogram.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Expand innermost bins to embed.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Skew + DE-tune the parameters (approximated by level sweep).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Fully reversible.</a:t>
            </a:r>
          </a:p>
        </p:txBody>
      </p:sp>
      <p:pic>
        <p:nvPicPr>
          <p:cNvPr id="5" name="Picture 4" descr="fig_mar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25443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Predict each pixel from neighbours.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Form the prediction-error histogram.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Expand innermost bins to embed; shift the rest.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Reverse to recover image +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Mathematical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 = pixel - prediction.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at e in {0,-1}: e' = e +/- b; shift |e|&gt;=1 outward.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Capacity = count of innermost-bin errors; PSNR falls as levels grow.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8 USC-SIPI 512x512 grayscale images, embedding levels 1..3.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Metrics: payload (bpp), PSNR, SSIM, exact reversibility.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Lena ~0.25 bpp @ ~48.7 dB (level 1).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Capacity scales with levels.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All runs bit-exact reversible.</a:t>
            </a:r>
          </a:p>
        </p:txBody>
      </p:sp>
      <p:pic>
        <p:nvPicPr>
          <p:cNvPr id="5" name="Picture 4" descr="fig_capacity_distor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32561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High capacity, high fidelity.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Reversible.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Parameter-optimisable.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Skewed predictors/DE approximated.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Image-dependent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PSNR falls with levels.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Paired skewed predictors.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Real DE search.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Larger corpora.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Reproduced a high-capacity prediction-error RDH core.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Confirmed literature-consistent capacity-PSNR and exact recovery.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Fan et al. Generalized SHS by DE. IEEE TMM 27, 2025.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Sachnev et al. Sorting+Prediction. IEEE TCSVT 19(7), 2009.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Thodi &amp; Rodriguez. PEE. IEEE TIP 16(3), 2007.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